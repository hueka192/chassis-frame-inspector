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0" r:id="rId3"/>
    <p:sldId id="258" r:id="rId4"/>
    <p:sldId id="259" r:id="rId5"/>
    <p:sldId id="261" r:id="rId6"/>
    <p:sldId id="262" r:id="rId7"/>
    <p:sldId id="265" r:id="rId8"/>
    <p:sldId id="263" r:id="rId9"/>
    <p:sldId id="264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2C6E5-4E45-CC7A-F082-868E97CA48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239FE2-2008-F9B9-C8CC-349D64056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C458AE-39A5-D4EF-D13F-EC1ECD4B89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FF506-7CF2-4B3C-B02D-BFC8DB4DFB7F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07694E-0DA4-DB97-7C7E-FE3655068E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4B2F20-76CC-D35B-145F-90237A18C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C0B27-CA68-4117-BD33-162349D6E6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22300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1D02A-9AAC-0C9C-10F2-A36D2A79E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A76206-2E21-4EFE-91C9-228D86BFD1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13144D-C6B4-C4CA-C8A8-3DE2F51B39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FF506-7CF2-4B3C-B02D-BFC8DB4DFB7F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01F89-40BF-601A-7CDD-448DF54DB8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71A35F-4EEA-AEA7-F423-2C04E0FCA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C0B27-CA68-4117-BD33-162349D6E6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935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5E6E5-E836-166A-35EB-FC81C5AE0B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534E7A-C59F-DA34-939F-8A23327CD0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97F359-E110-E832-1BCF-E34705AEE5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FF506-7CF2-4B3C-B02D-BFC8DB4DFB7F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DAAE74-9B5F-DC40-CD13-E3E77F7E7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6102D2-DE11-A48B-BF0A-FC3D9E100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C0B27-CA68-4117-BD33-162349D6E6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32065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BBC53-1E30-21BC-FE74-A49E409363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3AF75D-0F2F-21F7-F71F-A0B8AF323F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FA61F4-3A63-FA3A-AB1D-C7878F6E34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4410E0-1D83-4CF8-BCC8-13FB8E57C9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FF506-7CF2-4B3C-B02D-BFC8DB4DFB7F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F69D90-0814-8773-5B86-FB392657D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27178A-C07D-C484-C85B-6E1F86A08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C0B27-CA68-4117-BD33-162349D6E6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9126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B2489-6742-3900-9B27-55C755F3B9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5AE261-B437-D664-A876-8BA3186911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8F6391-54C0-E8B2-39C9-81724BDAF1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7E78947-6BE8-CD54-28B5-F2FBFE5BC6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EA3816-F865-30F9-96E2-E7BFC60589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D5FEB49-AE31-7E43-C55B-14251A389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FF506-7CF2-4B3C-B02D-BFC8DB4DFB7F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A7F473-A645-3B3F-A902-1DA770433B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820F23-FB2F-6DF4-E914-BC94BBA99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C0B27-CA68-4117-BD33-162349D6E6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78459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5F7E4-FD80-E586-5F08-645822D53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484035-0CB9-1563-1CB2-6B63FF2180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FF506-7CF2-4B3C-B02D-BFC8DB4DFB7F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24595F-DE86-5F43-F7E8-B7D6579F1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6A4519-2D0C-4AEC-7FA1-AE73644CE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C0B27-CA68-4117-BD33-162349D6E6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60496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5AC657B-9938-2983-67BD-B672FDF37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FF506-7CF2-4B3C-B02D-BFC8DB4DFB7F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4FBDFF-15EF-4179-83FA-17D184351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25123B-83CA-EE53-C57E-435C8C6A9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C0B27-CA68-4117-BD33-162349D6E6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23702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52AD7-D7FD-16BA-E425-86258BEF0C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D2130C-4D67-0479-314C-E8D690F6E3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65E6DE-DEEA-37CD-E66E-5DF4FE52A2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54129B-19A3-BD6B-10E3-CCBEA11C4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FF506-7CF2-4B3C-B02D-BFC8DB4DFB7F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59738F-FB93-B48D-4F04-E85C43589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702934-19AF-81C1-1205-3FF31448C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C0B27-CA68-4117-BD33-162349D6E6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2338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8D647-4D2C-CD33-E533-79D656F84A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40BCE2-0701-DC7E-17CE-C872EE682E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780FA1-6060-3BE3-9938-70443E5062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24EAA5-0AB8-E3C2-370B-35897DCE2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FF506-7CF2-4B3C-B02D-BFC8DB4DFB7F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D002E2-16F2-B3A2-11C7-4AE414BF23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391E13-C85C-CD21-CFA4-49C0765AE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C0B27-CA68-4117-BD33-162349D6E6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48875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B93CC-A156-AD27-6C8B-69AF8279A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079B7A-B717-81B2-FE8E-A5807B8F5A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A24ED4-3195-C335-41C1-0823D0345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FF506-7CF2-4B3C-B02D-BFC8DB4DFB7F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1EBD17-A122-0E7D-66A2-8621D14DB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B35ABF-11C7-D3B8-BED3-6A7637195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C0B27-CA68-4117-BD33-162349D6E6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44478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EAD2B79-5B1F-09E8-5C91-4960A0A30B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4C21FE-EC88-090B-3082-43FEB2A4FC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8578D4-7B03-447F-F33D-A31B2F16A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FF506-7CF2-4B3C-B02D-BFC8DB4DFB7F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42C200-EAE8-A5B7-2DB4-269D7EDBD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B69532-DC6A-5E1A-D3F6-A8DF512E6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C0B27-CA68-4117-BD33-162349D6E6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7180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F5B84BD-39F2-D816-975B-65E03281C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F3E832-AD23-03AF-F312-A977227B33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F38573-6193-821E-9485-4FFC6DE267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1FF506-7CF2-4B3C-B02D-BFC8DB4DFB7F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D9E373-285D-51DA-286C-245DC6AC0D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A742DE-5CD2-06E6-0BE1-A16F00F082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8C0B27-CA68-4117-BD33-162349D6E6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77964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999BFEA-6C3B-A77E-315C-745E93B2BA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9916"/>
            <a:ext cx="12192000" cy="6658168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298F3BE-C5D6-EC95-CB5C-069594423DA9}"/>
              </a:ext>
            </a:extLst>
          </p:cNvPr>
          <p:cNvSpPr/>
          <p:nvPr/>
        </p:nvSpPr>
        <p:spPr>
          <a:xfrm>
            <a:off x="3410712" y="3429000"/>
            <a:ext cx="1682496" cy="1307592"/>
          </a:xfrm>
          <a:prstGeom prst="round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3362865-3812-7A51-B9E3-394CD7427385}"/>
              </a:ext>
            </a:extLst>
          </p:cNvPr>
          <p:cNvSpPr/>
          <p:nvPr/>
        </p:nvSpPr>
        <p:spPr>
          <a:xfrm>
            <a:off x="7174992" y="3361944"/>
            <a:ext cx="1682496" cy="1307592"/>
          </a:xfrm>
          <a:prstGeom prst="round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5EBB07-C179-DA3E-7273-5F96B46B35FE}"/>
              </a:ext>
            </a:extLst>
          </p:cNvPr>
          <p:cNvSpPr txBox="1"/>
          <p:nvPr/>
        </p:nvSpPr>
        <p:spPr>
          <a:xfrm>
            <a:off x="4151376" y="2897314"/>
            <a:ext cx="4087368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1. Trunnion bracket with Long Member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2B86C90-06D1-057B-D686-1CC66AB4F304}"/>
              </a:ext>
            </a:extLst>
          </p:cNvPr>
          <p:cNvSpPr txBox="1"/>
          <p:nvPr/>
        </p:nvSpPr>
        <p:spPr>
          <a:xfrm>
            <a:off x="4061460" y="5403319"/>
            <a:ext cx="4094988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2. V Rod corner bracket  with frame 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409A2C6-07A0-895A-831F-329DC21695B7}"/>
              </a:ext>
            </a:extLst>
          </p:cNvPr>
          <p:cNvSpPr/>
          <p:nvPr/>
        </p:nvSpPr>
        <p:spPr>
          <a:xfrm>
            <a:off x="5120640" y="3785616"/>
            <a:ext cx="2036064" cy="1060704"/>
          </a:xfrm>
          <a:prstGeom prst="roundRect">
            <a:avLst/>
          </a:prstGeom>
          <a:noFill/>
          <a:ln>
            <a:solidFill>
              <a:srgbClr val="00206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BAA723B-F183-3CA4-64FA-A3F4D6C426E9}"/>
              </a:ext>
            </a:extLst>
          </p:cNvPr>
          <p:cNvSpPr/>
          <p:nvPr/>
        </p:nvSpPr>
        <p:spPr>
          <a:xfrm>
            <a:off x="416052" y="4453128"/>
            <a:ext cx="2036064" cy="1060704"/>
          </a:xfrm>
          <a:prstGeom prst="round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E519406-A4D0-7CF7-4D25-CF7AA155DD88}"/>
              </a:ext>
            </a:extLst>
          </p:cNvPr>
          <p:cNvSpPr txBox="1"/>
          <p:nvPr/>
        </p:nvSpPr>
        <p:spPr>
          <a:xfrm>
            <a:off x="4151376" y="6159342"/>
            <a:ext cx="3674364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3.Articulation  stopper with frame 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063FFCD-16AD-93C8-6F02-412CA80D3123}"/>
              </a:ext>
            </a:extLst>
          </p:cNvPr>
          <p:cNvCxnSpPr>
            <a:endCxn id="4" idx="0"/>
          </p:cNvCxnSpPr>
          <p:nvPr/>
        </p:nvCxnSpPr>
        <p:spPr>
          <a:xfrm flipH="1">
            <a:off x="4251960" y="3266646"/>
            <a:ext cx="1844040" cy="1623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77C59B9-09BA-F193-4E67-13B77F066F32}"/>
              </a:ext>
            </a:extLst>
          </p:cNvPr>
          <p:cNvCxnSpPr>
            <a:cxnSpLocks/>
            <a:stCxn id="7" idx="2"/>
            <a:endCxn id="6" idx="0"/>
          </p:cNvCxnSpPr>
          <p:nvPr/>
        </p:nvCxnSpPr>
        <p:spPr>
          <a:xfrm>
            <a:off x="6195060" y="3266646"/>
            <a:ext cx="1821180" cy="952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FB6D074-E9F3-3F39-5B54-B20DD850A5A4}"/>
              </a:ext>
            </a:extLst>
          </p:cNvPr>
          <p:cNvCxnSpPr>
            <a:cxnSpLocks/>
            <a:stCxn id="8" idx="0"/>
          </p:cNvCxnSpPr>
          <p:nvPr/>
        </p:nvCxnSpPr>
        <p:spPr>
          <a:xfrm flipH="1" flipV="1">
            <a:off x="6096000" y="4862881"/>
            <a:ext cx="12954" cy="5404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DE3A335-4C2C-64AB-332A-AC0B129BD298}"/>
              </a:ext>
            </a:extLst>
          </p:cNvPr>
          <p:cNvCxnSpPr>
            <a:cxnSpLocks/>
            <a:endCxn id="27" idx="2"/>
          </p:cNvCxnSpPr>
          <p:nvPr/>
        </p:nvCxnSpPr>
        <p:spPr>
          <a:xfrm flipV="1">
            <a:off x="7825740" y="5370196"/>
            <a:ext cx="3055620" cy="9738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417B366-44B6-64C7-E28F-5D9797331FCE}"/>
              </a:ext>
            </a:extLst>
          </p:cNvPr>
          <p:cNvCxnSpPr>
            <a:cxnSpLocks/>
            <a:endCxn id="11" idx="2"/>
          </p:cNvCxnSpPr>
          <p:nvPr/>
        </p:nvCxnSpPr>
        <p:spPr>
          <a:xfrm flipH="1" flipV="1">
            <a:off x="1434084" y="5513832"/>
            <a:ext cx="3008376" cy="8265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3FDFD6D3-B07D-8F94-CE26-EA342C831E52}"/>
              </a:ext>
            </a:extLst>
          </p:cNvPr>
          <p:cNvSpPr/>
          <p:nvPr/>
        </p:nvSpPr>
        <p:spPr>
          <a:xfrm>
            <a:off x="9863328" y="4309492"/>
            <a:ext cx="2036064" cy="1060704"/>
          </a:xfrm>
          <a:prstGeom prst="round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16336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00579E5-E21C-9980-4478-33566F95F0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4809" y="628259"/>
            <a:ext cx="9002381" cy="5601482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F0AA91D-0535-F164-92DD-24D307437112}"/>
              </a:ext>
            </a:extLst>
          </p:cNvPr>
          <p:cNvSpPr/>
          <p:nvPr/>
        </p:nvSpPr>
        <p:spPr>
          <a:xfrm>
            <a:off x="2797243" y="2011680"/>
            <a:ext cx="2219765" cy="2532888"/>
          </a:xfrm>
          <a:prstGeom prst="round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6E0CA6D-118E-0253-D536-390E15780314}"/>
              </a:ext>
            </a:extLst>
          </p:cNvPr>
          <p:cNvSpPr/>
          <p:nvPr/>
        </p:nvSpPr>
        <p:spPr>
          <a:xfrm>
            <a:off x="7174992" y="2011680"/>
            <a:ext cx="2426208" cy="2657856"/>
          </a:xfrm>
          <a:prstGeom prst="round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CA0EBF-0A38-07AA-F701-4BE7C0F1B9F3}"/>
              </a:ext>
            </a:extLst>
          </p:cNvPr>
          <p:cNvSpPr txBox="1"/>
          <p:nvPr/>
        </p:nvSpPr>
        <p:spPr>
          <a:xfrm>
            <a:off x="4052315" y="1312278"/>
            <a:ext cx="4087368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1. Trunnion bracket with Cross Member 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CE7ED1D-1C17-1705-C653-58E3D1C35435}"/>
              </a:ext>
            </a:extLst>
          </p:cNvPr>
          <p:cNvCxnSpPr>
            <a:cxnSpLocks/>
          </p:cNvCxnSpPr>
          <p:nvPr/>
        </p:nvCxnSpPr>
        <p:spPr>
          <a:xfrm flipH="1">
            <a:off x="4882895" y="1681610"/>
            <a:ext cx="1444753" cy="3986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B0ECE48-A608-ED4E-23E7-F60E8FAB53AD}"/>
              </a:ext>
            </a:extLst>
          </p:cNvPr>
          <p:cNvCxnSpPr>
            <a:cxnSpLocks/>
            <a:stCxn id="6" idx="2"/>
            <a:endCxn id="5" idx="0"/>
          </p:cNvCxnSpPr>
          <p:nvPr/>
        </p:nvCxnSpPr>
        <p:spPr>
          <a:xfrm>
            <a:off x="6095999" y="1681610"/>
            <a:ext cx="2292097" cy="3300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42725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6D4AFC8-5830-B7BC-2E6B-A67E1C1186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3090" y="137653"/>
            <a:ext cx="9697803" cy="6582694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5B3AD2A-BE5A-74C6-D86F-0CA106DA4CA4}"/>
              </a:ext>
            </a:extLst>
          </p:cNvPr>
          <p:cNvSpPr/>
          <p:nvPr/>
        </p:nvSpPr>
        <p:spPr>
          <a:xfrm>
            <a:off x="4645152" y="3666744"/>
            <a:ext cx="1682496" cy="1267968"/>
          </a:xfrm>
          <a:prstGeom prst="roundRect">
            <a:avLst/>
          </a:prstGeom>
          <a:noFill/>
          <a:ln>
            <a:solidFill>
              <a:srgbClr val="FFFF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CC8E1D-2BED-9184-02A0-E53BAA15B9E8}"/>
              </a:ext>
            </a:extLst>
          </p:cNvPr>
          <p:cNvSpPr txBox="1"/>
          <p:nvPr/>
        </p:nvSpPr>
        <p:spPr>
          <a:xfrm>
            <a:off x="1183090" y="6077046"/>
            <a:ext cx="5276088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4. Anti roll bar sub assembled mounting with frame 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E04C209-FC1C-44BB-D69A-89AE4278965A}"/>
              </a:ext>
            </a:extLst>
          </p:cNvPr>
          <p:cNvSpPr/>
          <p:nvPr/>
        </p:nvSpPr>
        <p:spPr>
          <a:xfrm>
            <a:off x="1033272" y="411622"/>
            <a:ext cx="8714232" cy="2852786"/>
          </a:xfrm>
          <a:prstGeom prst="roundRect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48426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F9B5E0D-7317-6CEE-CEBD-E765F092D6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466" y="213864"/>
            <a:ext cx="10517068" cy="6430272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B94194E-3E53-E267-B212-15C00B7D3535}"/>
              </a:ext>
            </a:extLst>
          </p:cNvPr>
          <p:cNvSpPr/>
          <p:nvPr/>
        </p:nvSpPr>
        <p:spPr>
          <a:xfrm>
            <a:off x="1069848" y="1828800"/>
            <a:ext cx="2715768" cy="1459992"/>
          </a:xfrm>
          <a:prstGeom prst="roundRect">
            <a:avLst/>
          </a:prstGeom>
          <a:noFill/>
          <a:ln w="38100">
            <a:solidFill>
              <a:srgbClr val="00206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334269-9F91-0263-CAA4-903E797D2EB8}"/>
              </a:ext>
            </a:extLst>
          </p:cNvPr>
          <p:cNvSpPr txBox="1"/>
          <p:nvPr/>
        </p:nvSpPr>
        <p:spPr>
          <a:xfrm>
            <a:off x="3493008" y="6274804"/>
            <a:ext cx="4703530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5. V rod mounting with corner bracket  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D0CBE0A-958E-E621-CC31-9596911596CE}"/>
              </a:ext>
            </a:extLst>
          </p:cNvPr>
          <p:cNvSpPr/>
          <p:nvPr/>
        </p:nvSpPr>
        <p:spPr>
          <a:xfrm>
            <a:off x="7577328" y="1679448"/>
            <a:ext cx="2715768" cy="1459992"/>
          </a:xfrm>
          <a:prstGeom prst="roundRect">
            <a:avLst/>
          </a:prstGeom>
          <a:noFill/>
          <a:ln w="38100">
            <a:solidFill>
              <a:srgbClr val="00206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93384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F7A5B00-7013-CE69-0D2A-354EC0C404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290" y="852128"/>
            <a:ext cx="10974332" cy="5153744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9636779-8479-A5D9-B91B-B4AAB2F90AB2}"/>
              </a:ext>
            </a:extLst>
          </p:cNvPr>
          <p:cNvSpPr/>
          <p:nvPr/>
        </p:nvSpPr>
        <p:spPr>
          <a:xfrm>
            <a:off x="5061528" y="2152073"/>
            <a:ext cx="2595418" cy="2189018"/>
          </a:xfrm>
          <a:prstGeom prst="round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32D87E-8229-B993-13BC-67BE13021717}"/>
              </a:ext>
            </a:extLst>
          </p:cNvPr>
          <p:cNvSpPr txBox="1"/>
          <p:nvPr/>
        </p:nvSpPr>
        <p:spPr>
          <a:xfrm>
            <a:off x="4090599" y="1175991"/>
            <a:ext cx="4703530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6. Parking Relay valve fitment on aligated X/M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772B6D-09AC-BDFB-3A26-BB735A067AF2}"/>
              </a:ext>
            </a:extLst>
          </p:cNvPr>
          <p:cNvSpPr txBox="1"/>
          <p:nvPr/>
        </p:nvSpPr>
        <p:spPr>
          <a:xfrm>
            <a:off x="3574474" y="4619483"/>
            <a:ext cx="5717308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7. Parking Relay valve on aligated X/M pipe connection </a:t>
            </a:r>
          </a:p>
        </p:txBody>
      </p:sp>
    </p:spTree>
    <p:extLst>
      <p:ext uri="{BB962C8B-B14F-4D97-AF65-F5344CB8AC3E}">
        <p14:creationId xmlns:p14="http://schemas.microsoft.com/office/powerpoint/2010/main" val="14372849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2BE55D0-114E-70C6-37DC-4609D2CB08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0166" y="992041"/>
            <a:ext cx="6296904" cy="4153480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42BD90D-B3BF-D6DA-D0A3-9028BAA3468B}"/>
              </a:ext>
            </a:extLst>
          </p:cNvPr>
          <p:cNvSpPr/>
          <p:nvPr/>
        </p:nvSpPr>
        <p:spPr>
          <a:xfrm>
            <a:off x="5739953" y="2085672"/>
            <a:ext cx="2595418" cy="2189018"/>
          </a:xfrm>
          <a:prstGeom prst="round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712FDC-F427-5C10-9F39-FD1F9C33F621}"/>
              </a:ext>
            </a:extLst>
          </p:cNvPr>
          <p:cNvSpPr txBox="1"/>
          <p:nvPr/>
        </p:nvSpPr>
        <p:spPr>
          <a:xfrm>
            <a:off x="2041162" y="5496627"/>
            <a:ext cx="6594912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8. PTC connector on the Rear </a:t>
            </a:r>
            <a:r>
              <a:rPr lang="en-IN" dirty="0" err="1"/>
              <a:t>Rear</a:t>
            </a:r>
            <a:r>
              <a:rPr lang="en-IN" dirty="0"/>
              <a:t> Brake pipe Voss connector</a:t>
            </a:r>
          </a:p>
        </p:txBody>
      </p:sp>
    </p:spTree>
    <p:extLst>
      <p:ext uri="{BB962C8B-B14F-4D97-AF65-F5344CB8AC3E}">
        <p14:creationId xmlns:p14="http://schemas.microsoft.com/office/powerpoint/2010/main" val="24139660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7CAAB467-8B9B-B4C2-9ED5-B7C9C7E570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991" y="1638050"/>
            <a:ext cx="11536385" cy="35819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9450D6C-0705-9161-9E9F-FF70A3C7C45B}"/>
              </a:ext>
            </a:extLst>
          </p:cNvPr>
          <p:cNvSpPr txBox="1"/>
          <p:nvPr/>
        </p:nvSpPr>
        <p:spPr>
          <a:xfrm>
            <a:off x="3476770" y="693319"/>
            <a:ext cx="4542518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9. Resilience bracket qty 05 on Frame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9F691F-079C-6E63-613E-3DA3A989C6E8}"/>
              </a:ext>
            </a:extLst>
          </p:cNvPr>
          <p:cNvSpPr txBox="1"/>
          <p:nvPr/>
        </p:nvSpPr>
        <p:spPr>
          <a:xfrm>
            <a:off x="303991" y="1837944"/>
            <a:ext cx="564689" cy="566928"/>
          </a:xfrm>
          <a:prstGeom prst="rect">
            <a:avLst/>
          </a:prstGeom>
          <a:noFill/>
          <a:ln w="28575">
            <a:solidFill>
              <a:schemeClr val="tx1"/>
            </a:solidFill>
            <a:prstDash val="sysDash"/>
          </a:ln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36DE93-7781-1AA0-304F-F28BC77C7B1C}"/>
              </a:ext>
            </a:extLst>
          </p:cNvPr>
          <p:cNvSpPr txBox="1"/>
          <p:nvPr/>
        </p:nvSpPr>
        <p:spPr>
          <a:xfrm>
            <a:off x="2408394" y="1827837"/>
            <a:ext cx="564689" cy="566928"/>
          </a:xfrm>
          <a:prstGeom prst="rect">
            <a:avLst/>
          </a:prstGeom>
          <a:noFill/>
          <a:ln w="28575">
            <a:solidFill>
              <a:schemeClr val="tx1"/>
            </a:solidFill>
            <a:prstDash val="sysDash"/>
          </a:ln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A3AC94-B818-A639-7BFC-DFFDD0A1F668}"/>
              </a:ext>
            </a:extLst>
          </p:cNvPr>
          <p:cNvSpPr txBox="1"/>
          <p:nvPr/>
        </p:nvSpPr>
        <p:spPr>
          <a:xfrm>
            <a:off x="1047703" y="4514088"/>
            <a:ext cx="771953" cy="566928"/>
          </a:xfrm>
          <a:prstGeom prst="rect">
            <a:avLst/>
          </a:prstGeom>
          <a:noFill/>
          <a:ln w="28575">
            <a:solidFill>
              <a:schemeClr val="tx1"/>
            </a:solidFill>
            <a:prstDash val="sysDash"/>
          </a:ln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5CEA825-8DE9-C194-FDD4-EFD2293F6AD9}"/>
              </a:ext>
            </a:extLst>
          </p:cNvPr>
          <p:cNvSpPr txBox="1"/>
          <p:nvPr/>
        </p:nvSpPr>
        <p:spPr>
          <a:xfrm>
            <a:off x="2408394" y="4514088"/>
            <a:ext cx="771953" cy="566928"/>
          </a:xfrm>
          <a:prstGeom prst="rect">
            <a:avLst/>
          </a:prstGeom>
          <a:noFill/>
          <a:ln w="28575">
            <a:solidFill>
              <a:schemeClr val="tx1"/>
            </a:solidFill>
            <a:prstDash val="sysDash"/>
          </a:ln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57FA7AF-3C10-4C25-983F-D9D2B60D6F60}"/>
              </a:ext>
            </a:extLst>
          </p:cNvPr>
          <p:cNvSpPr txBox="1"/>
          <p:nvPr/>
        </p:nvSpPr>
        <p:spPr>
          <a:xfrm>
            <a:off x="4234791" y="4514088"/>
            <a:ext cx="771953" cy="566928"/>
          </a:xfrm>
          <a:prstGeom prst="rect">
            <a:avLst/>
          </a:prstGeom>
          <a:noFill/>
          <a:ln w="28575">
            <a:solidFill>
              <a:schemeClr val="tx1"/>
            </a:solidFill>
            <a:prstDash val="sysDash"/>
          </a:ln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753395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21AFF0A-94F2-5035-24D4-9AD7C3C1FC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5836" y="905930"/>
            <a:ext cx="7802064" cy="451548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DBA453F-86A6-7B95-3923-59A60464A5B0}"/>
              </a:ext>
            </a:extLst>
          </p:cNvPr>
          <p:cNvSpPr txBox="1"/>
          <p:nvPr/>
        </p:nvSpPr>
        <p:spPr>
          <a:xfrm>
            <a:off x="3136535" y="5582738"/>
            <a:ext cx="6296223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9.1 Resilience bracket qty 02 on RH L/M( Steering GB side)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03D8C1E-D0D5-7928-6567-034A78584C38}"/>
              </a:ext>
            </a:extLst>
          </p:cNvPr>
          <p:cNvSpPr/>
          <p:nvPr/>
        </p:nvSpPr>
        <p:spPr>
          <a:xfrm>
            <a:off x="3801979" y="3195587"/>
            <a:ext cx="972152" cy="1299411"/>
          </a:xfrm>
          <a:prstGeom prst="round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FAAAE9F-140B-0103-CA4E-578C9BBBE8EA}"/>
              </a:ext>
            </a:extLst>
          </p:cNvPr>
          <p:cNvSpPr/>
          <p:nvPr/>
        </p:nvSpPr>
        <p:spPr>
          <a:xfrm>
            <a:off x="7881487" y="3163670"/>
            <a:ext cx="972152" cy="1299411"/>
          </a:xfrm>
          <a:prstGeom prst="round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79479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A1FBDAD-A5CD-6059-74FF-2D0AF6418C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546" y="437846"/>
            <a:ext cx="11450648" cy="507753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93C3C7A-FA5F-EF88-9DA7-49E10281069C}"/>
              </a:ext>
            </a:extLst>
          </p:cNvPr>
          <p:cNvSpPr txBox="1"/>
          <p:nvPr/>
        </p:nvSpPr>
        <p:spPr>
          <a:xfrm>
            <a:off x="2800951" y="5255479"/>
            <a:ext cx="6296223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9.1. Resilience bracket qty 03 on LH L/M( Co driver side)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5BF9817-524E-7DB4-6131-5B853442C9E7}"/>
              </a:ext>
            </a:extLst>
          </p:cNvPr>
          <p:cNvSpPr/>
          <p:nvPr/>
        </p:nvSpPr>
        <p:spPr>
          <a:xfrm>
            <a:off x="847022" y="2779294"/>
            <a:ext cx="1953929" cy="1299411"/>
          </a:xfrm>
          <a:prstGeom prst="round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FDFECDF-6F44-56B9-18BD-947130769B76}"/>
              </a:ext>
            </a:extLst>
          </p:cNvPr>
          <p:cNvSpPr/>
          <p:nvPr/>
        </p:nvSpPr>
        <p:spPr>
          <a:xfrm>
            <a:off x="5101389" y="2527432"/>
            <a:ext cx="1376413" cy="1299411"/>
          </a:xfrm>
          <a:prstGeom prst="round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8192046-9BB4-AAEC-6946-2023109C2350}"/>
              </a:ext>
            </a:extLst>
          </p:cNvPr>
          <p:cNvSpPr/>
          <p:nvPr/>
        </p:nvSpPr>
        <p:spPr>
          <a:xfrm>
            <a:off x="10133797" y="2400699"/>
            <a:ext cx="1376413" cy="1299411"/>
          </a:xfrm>
          <a:prstGeom prst="round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06393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2A1172B-86B1-8320-E985-1EA0403239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097" y="561575"/>
            <a:ext cx="11507806" cy="57348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7F11410-E9E8-DF1D-77D9-F7678692B3BA}"/>
              </a:ext>
            </a:extLst>
          </p:cNvPr>
          <p:cNvSpPr txBox="1"/>
          <p:nvPr/>
        </p:nvSpPr>
        <p:spPr>
          <a:xfrm>
            <a:off x="2726962" y="488423"/>
            <a:ext cx="5118590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10. Front Shock absorber bracket qty 04 on Frame 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BDFF858-C253-08A1-82D9-BB0108EFAC49}"/>
              </a:ext>
            </a:extLst>
          </p:cNvPr>
          <p:cNvSpPr/>
          <p:nvPr/>
        </p:nvSpPr>
        <p:spPr>
          <a:xfrm>
            <a:off x="1124712" y="1553999"/>
            <a:ext cx="740664" cy="1061186"/>
          </a:xfrm>
          <a:prstGeom prst="round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D6E4925-CD3A-2FB3-CEDD-A63DE55175EE}"/>
              </a:ext>
            </a:extLst>
          </p:cNvPr>
          <p:cNvSpPr/>
          <p:nvPr/>
        </p:nvSpPr>
        <p:spPr>
          <a:xfrm>
            <a:off x="6845808" y="1553999"/>
            <a:ext cx="740664" cy="1061186"/>
          </a:xfrm>
          <a:prstGeom prst="round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162737D-AC73-D287-FBB6-E5452D7B06F6}"/>
              </a:ext>
            </a:extLst>
          </p:cNvPr>
          <p:cNvSpPr/>
          <p:nvPr/>
        </p:nvSpPr>
        <p:spPr>
          <a:xfrm>
            <a:off x="1124712" y="4773408"/>
            <a:ext cx="740664" cy="1061186"/>
          </a:xfrm>
          <a:prstGeom prst="round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1220644-0716-AE7E-6C70-53575E39422E}"/>
              </a:ext>
            </a:extLst>
          </p:cNvPr>
          <p:cNvSpPr/>
          <p:nvPr/>
        </p:nvSpPr>
        <p:spPr>
          <a:xfrm>
            <a:off x="6845808" y="4773408"/>
            <a:ext cx="740664" cy="1061186"/>
          </a:xfrm>
          <a:prstGeom prst="round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9AB34D35-962B-2A93-5C0E-3516ED9C83DA}"/>
              </a:ext>
            </a:extLst>
          </p:cNvPr>
          <p:cNvSpPr/>
          <p:nvPr/>
        </p:nvSpPr>
        <p:spPr>
          <a:xfrm>
            <a:off x="10838046" y="3429000"/>
            <a:ext cx="1011857" cy="39222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4FA9C43-27B9-E0CC-9867-97752CF56A53}"/>
              </a:ext>
            </a:extLst>
          </p:cNvPr>
          <p:cNvSpPr txBox="1"/>
          <p:nvPr/>
        </p:nvSpPr>
        <p:spPr>
          <a:xfrm>
            <a:off x="10689435" y="3966710"/>
            <a:ext cx="1309077" cy="30777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400" dirty="0"/>
              <a:t>Vehicle Front </a:t>
            </a:r>
          </a:p>
        </p:txBody>
      </p:sp>
    </p:spTree>
    <p:extLst>
      <p:ext uri="{BB962C8B-B14F-4D97-AF65-F5344CB8AC3E}">
        <p14:creationId xmlns:p14="http://schemas.microsoft.com/office/powerpoint/2010/main" val="5614351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0C29F09-A018-722D-AF90-10804EB2B75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7235"/>
          <a:stretch>
            <a:fillRect/>
          </a:stretch>
        </p:blipFill>
        <p:spPr>
          <a:xfrm>
            <a:off x="159811" y="385011"/>
            <a:ext cx="11412543" cy="312339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0A71BF2-FC48-DC7D-DF40-2C13F2AB4EB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0837" b="8888"/>
          <a:stretch>
            <a:fillRect/>
          </a:stretch>
        </p:blipFill>
        <p:spPr>
          <a:xfrm flipH="1">
            <a:off x="90154" y="3734603"/>
            <a:ext cx="11482200" cy="3123398"/>
          </a:xfrm>
          <a:prstGeom prst="rect">
            <a:avLst/>
          </a:prstGeom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E6694B41-2ED9-4FB7-6F2B-7533E2F882EB}"/>
              </a:ext>
            </a:extLst>
          </p:cNvPr>
          <p:cNvSpPr/>
          <p:nvPr/>
        </p:nvSpPr>
        <p:spPr>
          <a:xfrm>
            <a:off x="10991008" y="3312294"/>
            <a:ext cx="1011857" cy="39222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07DDD9-97CA-CEEB-0BD1-48F3CC1ECB56}"/>
              </a:ext>
            </a:extLst>
          </p:cNvPr>
          <p:cNvSpPr txBox="1"/>
          <p:nvPr/>
        </p:nvSpPr>
        <p:spPr>
          <a:xfrm>
            <a:off x="10842397" y="3850004"/>
            <a:ext cx="1309077" cy="30777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400" dirty="0"/>
              <a:t>Vehicle Front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C4235D7-E665-1F97-722D-12660B44AB56}"/>
              </a:ext>
            </a:extLst>
          </p:cNvPr>
          <p:cNvSpPr txBox="1"/>
          <p:nvPr/>
        </p:nvSpPr>
        <p:spPr>
          <a:xfrm>
            <a:off x="9880464" y="995895"/>
            <a:ext cx="2122401" cy="30777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400" dirty="0"/>
              <a:t>LH L/M( Co driver side)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46D7A2-FC95-AE05-DF3C-2703D9BD2620}"/>
              </a:ext>
            </a:extLst>
          </p:cNvPr>
          <p:cNvSpPr txBox="1"/>
          <p:nvPr/>
        </p:nvSpPr>
        <p:spPr>
          <a:xfrm>
            <a:off x="10069599" y="6319100"/>
            <a:ext cx="2122401" cy="30777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400" dirty="0"/>
              <a:t>RH L/M(Driver side)</a:t>
            </a:r>
          </a:p>
        </p:txBody>
      </p:sp>
    </p:spTree>
    <p:extLst>
      <p:ext uri="{BB962C8B-B14F-4D97-AF65-F5344CB8AC3E}">
        <p14:creationId xmlns:p14="http://schemas.microsoft.com/office/powerpoint/2010/main" val="12594867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151</Words>
  <Application>Microsoft Office PowerPoint</Application>
  <PresentationFormat>Widescreen</PresentationFormat>
  <Paragraphs>17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Tata Motors Ltd.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SAUMEN DAS [ TMCV, CV Operations, Jamshedpur ]</dc:creator>
  <cp:lastModifiedBy>SAUMEN DAS [ TMCV, CV Operations, Jamshedpur ]</cp:lastModifiedBy>
  <cp:revision>13</cp:revision>
  <dcterms:created xsi:type="dcterms:W3CDTF">2026-06-17T10:52:11Z</dcterms:created>
  <dcterms:modified xsi:type="dcterms:W3CDTF">2026-06-17T11:45:41Z</dcterms:modified>
</cp:coreProperties>
</file>